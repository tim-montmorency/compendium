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TITRE — Cours 8
Accueil : Ce cours marque un pivot important. Les étudiants arrivent de la remise du Projet 1 (Flexbox). Ils ont maintenant un bagage solide en CSS — c'est le moment parfait pour l'élargir vers le responsive.
Annonce l'intention du cours : "Aujourd'hui on ne répare pas — on prévoit. Le responsive, ça se pense avant de se coder."
Durée totale du cours : 2 périodes (~3h30 avec la pause).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AMORCE (10 min)
AVANT la slide : Ouvre 2-3 sites en direct dans le navigateur :
- Un site de journal (ex: lemonde.fr ou lapresse.ca)
- Un site d'une institution (ex: site d'un collège)
- Un site de portfolio étudiant (si tu en as un)
Rétrécis lentement la fenêtre devant la classe. Ne dis rien — laisse-les observer.
QUESTIONS À POSER oralement :
- "Qu'est-ce que vous voyez ?"
- "À quel moment vous ne pourriez plus utiliser ce site sur votre téléphone ?"
- "Pourquoi ça arrive selon vous ?"
CONCLUSION à amener toi-même :
"Le responsive ne corrige pas un site cassé. Il anticipe les contraintes dès le départ. C'est une façon de penser, pas juste une technique."
Transition vers la slide suivante : "Pour comprendre comment ça fonctionne, on commence par lire avant de coder."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DÉFINITION DU RESPONSIVE (5 min)
Point clé à marteler : Ce n'est PAS une liste d'appareils. C'est une façon de répondre à une contrainte d'espace.
Anecdote utile : Étienne Marcotte (qui a popularisé le terme en 2010) parlait de "répondre à l'environnement" — comme l'architecture qui s'adapte au climat.
Les trois ingrédients du responsive (à mentionner oralement, pas sur les slides) :
1. Grilles fluides (on a déjà ça avec Flexbox)
2. Images flexibles (on verra ça rapidement)
3. Media queries (le sujet d'aujourd'hui)
Transition : "Mais avant les media queries, il y a une notion clé : les breakpoints. Et les breakpoints, ça ne s'invente pas — ça s'observe."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BREAKPOINTS (5 min)
Démonstration en live recommandée :
1. Ouvre un de tes projets ou un fichier de démo simple
2. Ouvre les DevTools → mode responsive
3. Rétrécis la fenêtre lentement — demande aux étudiants de te dire "STOP" quand ça devient inconfortable
4. Là où ils crient "stop" → c'est là que tu mets ton breakpoint
À dire oralement :
"Les gens font souvent l'erreur de chercher des listes de breakpoints : 320px pour iPhone, 768px pour iPad, etc. Ce n'est pas comme ça qu'on travaille. On laisse le contenu décider."
Exemple de mauvais raisonnement (à montrer) :
@media (max-width: 768px) { ... }  /* ← "parce que c'est la taille d'un iPad" */
Exemple de bon raisonnement :
"À 650px ma navigation commence à se tasser — mon breakpoint sera autour de 650px."
Transition : "Maintenant qu'on sait QUAND mettre un breakpoint, voyons COMMENT l'écrire."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SYNTAXE (8 min)
Montre la syntaxe en live dans VS Code en même temps que cette slide.
VIEWPORT META TAG — à mentionner absolument ici :
"Avant toute media query, vous avez besoin de cette ligne dans votre &lt;head&gt; :"
&lt;meta name="viewport" content="width=device-width, initial-scale=1.0"&gt;
Sans elle, le navigateur mobile fait une mise à l'échelle automatique et vos media queries ne fonctionnent pas correctement.
Démonstration recommandée :
1. Crée un fichier simple avec une media query
2. Teste AVEC et SANS le viewport meta tag sur DevTools mobile
3. La différence est frappante
Sur min-width vs max-width :
- Les deux fonctionnent techniquement
- Mobile-first est l'approche professionnelle moderne
- Elle force à penser "quoi est essentiel" avant "quoi peut être ajouté"
- Plus facile à maintenir (on ajoute de la complexité, on ne la retire pas)
ERREUR FRÉQUENTE à anticiper :
Les étudiants oublient souvent de mettre le viewport meta. Rappelle-le lors de l'exercice guidé.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MOBILE-FIRST vs DESKTOP-FIRST (7 min)
Démo EN DIRECT recommandée :
Code le même composant dans les deux approches côte à côte dans VS Code.
Utilise un exemple simple : une navigation avec 4 liens.
Métaphore utile à dire oralement :
"Mobile-first c'est comme préparer un sac à dos pour un voyage. On met d'abord l'essentiel. Ensuite si le sac est plus grand, on ajoute le confort. Desktop-first c'est l'inverse — on part avec une valise pleine et on essaie de la comprimer."
Pourquoi mobile-first est meilleur aujourd'hui :
- Plus de 60% du trafic web mondial est mobile
- Ça force à prioriser le contenu essentiel
- Le code est plus propre (on accumule de la complexité, on ne la retire pas)
- C'est l'approche recommandée par MDN et les standards
MAIS : ne pas être dogmatique. Si un projet est clairement un outil desktop (tableau de bord admin, logiciel en ligne), desktop-first peut avoir du sens.
Transition vers l'activité d'analyse : "Maintenant, avant de coder, on va d'abord apprendre à LIRE une interface responsive existante."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ACTIVITÉ ANALYSE (25 min)
MATÉRIEL À PRÉPARER :
Prépare 3 captures d'écran de la même page sur mobile / tablette / desktop.
Suggestions de pages intéressantes à analyser :
- La page d'accueil du Compendium TIM (familier pour eux)
- airbnb.com (riche en composants adaptatifs)
- La page d'une institution publique (transformations souvent dramatiques)
FORMAT : 
- 10 min de travail en tandem (ou individuel si préféré)
- 10 min de partage (tu notes les observations au tableau ou en live dans VS Code)
- 5 min de conclusion : tu révèles la "vraie" réponse sur le nombre de breakpoints
CE QU'ON CHERCHE À VOIR :
- Changements de flex-direction
- Changements de taille de police
- Éléments qui disparaissent (display: none)
- Navigation qui se transforme
- Images qui changent de proportion
CONCLUSION À AMENER :
"Vous venez de faire ce qu'un bon intégrateur fait avant d'écrire une seule ligne de CSS : observer et planifier."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EXERCICE GUIDÉ (15 min)
CODE DE DÉPART : Il est disponible sur Timdoc — les étudiants le copient-collent, ils ne le tapent pas.
TON RÔLE :
- Circule pendant qu'ils travaillent
- Note les 2-3 erreurs les plus fréquentes pour la correction collective
- Ne donne pas la réponse directement — pose des questions : "Qu'est-ce que tu veux que la carte fasse à partir de cette largeur ?"
ERREURS ANTICIPÉES :
1. Oubli du viewport meta tag (la plus fréquente)
2. Confusion min-width / max-width
3. Oubli de flex-shrink: 0 sur l'image → elle se compresse
4. Hauteur de l'image non fixée en mobile → elle s'effondre
CORRECTION COLLECTIVE :
Montre 1-2 solutions d'étudiants (avec leur permission) — les bonnes ET les approximatives.
Montrer les erreurs fréquentes à l'écran renforce l'apprentissage.
Transition vers la pause : "Avant la deuxième période, j'ouvre les questions. Ce que vous avez trouvé difficile, on en parle maintenant."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RETOUR DÉBUT PÉRIODE 2 (10 min)
Ouvre par une question ouverte à la classe :
"Qu'est-ce qui était surprenant ou difficile dans l'exercice ?"
Laisse 2-3 étudiants répondre avant d'enchaîner sur les erreurs fréquentes.
Sur le viewport meta : montre EN DIRECT la différence avec / sans dans DevTools.
L'effet est toujours spectaculaire et ils s'en souviennent.
Sur flex-shrink: 0 : c'est un lien direct avec Flexbox qu'ils viennent d'apprendre.
"Vous connaissez déjà flex-shrink de la session. Ici on l'utilise explicitement pour figer l'image."
Transition vers l'atelier : "Maintenant on passe à l'atelier. C'est progressif — commencez au niveau 1 et avancez à votre rythme. L'objectif c'est de partir, pas de tout finir."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ATELIER (60 min)
TON RÔLE PENDANT L'ATELIER :
- Circule constamment
- Observe ce qui bloque le plus (note-le pour cours 9)
- Encourage à raisonner avant de chercher la solution
- Évite de donner la réponse directement — pose des questions
QUESTIONS UTILES à poser en circulant :
"Pourquoi tu as choisi 768px comme breakpoint ?"
"Est-ce que tu as testé sur un vrai mobile ou juste DevTools ?"
"Qu'est-ce qui se passe si tu réduis encore plus ?"
SIGNE QUE L'ÉTUDIANT EST PRÊT POUR LE NIVEAU SUIVANT :
- Il peut expliquer pourquoi il a mis son breakpoint là
- Il comprend la différence entre ce qu'il a écrit et ce que ça fait
POUR LES AVANCÉS (niveau 3 terminé) :
- Demande-leur de refactoriser le code du niveau 1 ou 2 pour qu'il soit plus maintenable
- Ou d'ajouter une couleur de schéma (prefers-color-scheme) — anticipation du cours 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CONVIVIALITÉ MOBILE (15 min)
Montre sur un VRAI TÉLÉPHONE si possible (ou DevTools en mode touch) :
- Un lien trop petit à tapper
- Du texte trop petit à lire
- Un scroll horizontal qui apparaît
C'est beaucoup plus convaincant que les screenshots.
Sur les 44px :
C'est la recommandation d'Apple depuis iOS. Google recommande 48px. 
En pratique : padding: 12px 16px sur tes liens = suffisant pour atteindre 44px.
Lien avec le cours 11 :
"On va revenir sur tout ça en détail au cours 11 quand on parle d'accessibilité formellement. Ce que vous voyez aujourd'hui c'est la surface — les WCAG vont plus loin."
Sur le scroll horizontal :
"C'est le test de base. Si vous avez un scroll horizontal à n'importe quelle taille → quelque chose ne va pas. Trouvez le coupable."
Astuce : overflow-x: hidden sur body peut masquer le problème sans le régler. Il faut trouver l'élément trop large.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SYNTHÈSE (5 min)
Conclusion rapide — les étudiants finissent l'atelier après, donc ne pas s'étirer.
La règle à répéter une dernière fois à voix haute (et les faire répéter) :
"Ajoute un breakpoint quand ton contenu te le demande. Jamais en ciblant un appareil."
Rappel logistique :
- Ce qui n'est pas terminé en atelier = devoir pour le cours 9
- La checklist responsive est sur Timdoc (ils peuvent s'en servir comme outil de validation)
- Le cours 9 commence directement avec du responsive avancé — la base d'aujourd'hui est prérequise
Question de sortie (optionnel) :
"Avant de partir : quelle est la première chose que vous vérifiez maintenant dans un fichier HTML pour le responsive ?"
Réponse attendue : le viewport meta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731520"/>
            <a:ext cx="146304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COURS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 responsive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AEC0"/>
                </a:solidFill>
              </a:rPr>
              <a:t>Concevoir pour toutes les contraintes d'écran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640080"/>
            <a:ext cx="2560320" cy="1645920"/>
          </a:xfrm>
          <a:prstGeom prst="rect">
            <a:avLst/>
          </a:prstGeom>
          <a:solidFill>
            <a:srgbClr val="0E9AA7">
              <a:alpha val="20000"/>
            </a:srgbClr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6400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E9AA7"/>
                </a:solidFill>
              </a:rPr>
              <a:t>DESKTOP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583680" y="2468880"/>
            <a:ext cx="1645920" cy="1280160"/>
          </a:xfrm>
          <a:prstGeom prst="rect">
            <a:avLst/>
          </a:prstGeom>
          <a:solidFill>
            <a:srgbClr val="0E9AA7">
              <a:alpha val="40000"/>
            </a:srgbClr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4688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E9AA7"/>
                </a:solidFill>
              </a:rPr>
              <a:t>TABLETTE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949440" y="3931920"/>
            <a:ext cx="822960" cy="914400"/>
          </a:xfrm>
          <a:prstGeom prst="rect">
            <a:avLst/>
          </a:prstGeom>
          <a:solidFill>
            <a:srgbClr val="0E9AA7">
              <a:alpha val="70000"/>
            </a:srgbClr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931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E9AA7"/>
                </a:solidFill>
              </a:rPr>
              <a:t>MOBILE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EC0"/>
                </a:solidFill>
              </a:rPr>
              <a:t>582-211 MO Web 2  ·  H2026  ·  Marie-Michelle Ouellet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AMORCE — 10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Qu'est-ce qui se passe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 on rétrécit la fenêtre 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560320" cy="1463040"/>
          </a:xfrm>
          <a:prstGeom prst="rect">
            <a:avLst/>
          </a:prstGeom>
          <a:solidFill>
            <a:srgbClr val="F26419">
              <a:alpha val="25000"/>
            </a:srgbClr>
          </a:solidFill>
          <a:ln w="19050">
            <a:solidFill>
              <a:srgbClr val="F264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2560320" cy="32004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48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 texte déborde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Conséquence visible à l'écran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560320" cy="1463040"/>
          </a:xfrm>
          <a:prstGeom prst="rect">
            <a:avLst/>
          </a:prstGeom>
          <a:solidFill>
            <a:srgbClr val="D69E2E">
              <a:alpha val="25000"/>
            </a:srgbClr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103120"/>
            <a:ext cx="2560320" cy="3200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148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Les colonnes écrasent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Conséquence visible à l'écran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560320" cy="1463040"/>
          </a:xfrm>
          <a:prstGeom prst="rect">
            <a:avLst/>
          </a:prstGeom>
          <a:solidFill>
            <a:srgbClr val="E53E3E">
              <a:alpha val="25000"/>
            </a:srgbClr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103120"/>
            <a:ext cx="2560320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48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 site devient inutilisable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Conséquence visible à l'écran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0E9AA7">
              <a:alpha val="15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Discussion : À quel moment le site devient-il vraiment inutilisable pour toi 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MINI-EXPOSÉ — CONCEPTS DE 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responsive : s'adapter à la contrainte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20116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</a:rPr>
              <a:t>Définition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Un design responsive adapte la mise en page à la contrainte d'affichage disponible — peu importe l'appareil.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91440" cy="201168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419"/>
                </a:solidFill>
              </a:rPr>
              <a:t>Ce que ce n'est PAS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✗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  Réparer un site cassé
</a:t>
            </a:r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✗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  Cibler des appareils spécifiques
</a:t>
            </a:r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✗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  Une liste de breakpoints fixes à mémoriser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"Le responsive commence quand ton contenu commence à souffrir."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MINI-EXPOSÉ — BREAKPOINTS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breakpoint = là où ton contenu souffre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</a:rPr>
              <a:t>● ● ●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914400" cy="1737360"/>
          </a:xfrm>
          <a:prstGeom prst="rect">
            <a:avLst/>
          </a:prstGeom>
          <a:solidFill>
            <a:srgbClr val="0E9AA7">
              <a:alpha val="25000"/>
            </a:srgbClr>
          </a:solidFill>
          <a:ln w="6350">
            <a:solidFill>
              <a:srgbClr val="0E9A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1874520"/>
            <a:ext cx="914400" cy="1737360"/>
          </a:xfrm>
          <a:prstGeom prst="rect">
            <a:avLst/>
          </a:prstGeom>
          <a:solidFill>
            <a:srgbClr val="0E9AA7">
              <a:alpha val="25000"/>
            </a:srgbClr>
          </a:solidFill>
          <a:ln w="6350">
            <a:solidFill>
              <a:srgbClr val="0E9A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874520"/>
            <a:ext cx="914400" cy="1737360"/>
          </a:xfrm>
          <a:prstGeom prst="rect">
            <a:avLst/>
          </a:prstGeom>
          <a:solidFill>
            <a:srgbClr val="0E9AA7">
              <a:alpha val="25000"/>
            </a:srgbClr>
          </a:solidFill>
          <a:ln w="635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✓ Confortable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2651760"/>
            <a:ext cx="73152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rétrécit →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2641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1463040"/>
            <a:ext cx="2011680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481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</a:rPr>
              <a:t>● ● ●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20640" y="1874520"/>
            <a:ext cx="457200" cy="1737360"/>
          </a:xfrm>
          <a:prstGeom prst="rect">
            <a:avLst/>
          </a:prstGeom>
          <a:solidFill>
            <a:srgbClr val="F26419">
              <a:alpha val="25000"/>
            </a:srgbClr>
          </a:solidFill>
          <a:ln w="6350">
            <a:solidFill>
              <a:srgbClr val="F2641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1874520"/>
            <a:ext cx="457200" cy="1737360"/>
          </a:xfrm>
          <a:prstGeom prst="rect">
            <a:avLst/>
          </a:prstGeom>
          <a:solidFill>
            <a:srgbClr val="F26419">
              <a:alpha val="25000"/>
            </a:srgbClr>
          </a:solidFill>
          <a:ln w="6350">
            <a:solidFill>
              <a:srgbClr val="F2641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874520"/>
            <a:ext cx="457200" cy="1737360"/>
          </a:xfrm>
          <a:prstGeom prst="rect">
            <a:avLst/>
          </a:prstGeom>
          <a:solidFill>
            <a:srgbClr val="F26419">
              <a:alpha val="25000"/>
            </a:srgbClr>
          </a:solidFill>
          <a:ln w="6350">
            <a:solidFill>
              <a:srgbClr val="F264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6419"/>
                </a:solidFill>
              </a:rPr>
              <a:t>✗ Souffrance ← ici le breakpoint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622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Règle : Ajoute un breakpoint quand ton contenu te le demande — jamais en ciblant un appareil.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MINI-EXPOSÉ — SYNTAXE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syntaxe d'une media query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4630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90472"/>
            <a:ext cx="37856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768px)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.conteneur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flex-direction: row;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40480" cy="411480"/>
          </a:xfrm>
          <a:prstGeom prst="rect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</a:rPr>
              <a:t>@media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Mot-clé — démarre la règle conditionnelle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840480" cy="411480"/>
          </a:xfrm>
          <a:prstGeom prst="rect">
            <a:avLst/>
          </a:prstGeom>
          <a:solidFill>
            <a:srgbClr val="F26419">
              <a:alpha val="12000"/>
            </a:srgbClr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</a:rPr>
              <a:t>(min-width: 768px)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Condition — s'applique SI la fenêtre est ≥ 768px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514600"/>
            <a:ext cx="3840480" cy="411480"/>
          </a:xfrm>
          <a:prstGeom prst="rect">
            <a:avLst/>
          </a:prstGeom>
          <a:solidFill>
            <a:srgbClr val="38A169">
              <a:alpha val="12000"/>
            </a:srgbClr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</a:rPr>
              <a:t>{ ... }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→ Règles CSS qui s'appliquent seulement si la condition est vraie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min-width vs max-width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411480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02152"/>
            <a:ext cx="37856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Mobile-first (recommandé)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Styles de base = mobile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768px) { /* ajoute pour le grand */ 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✓ Mobile-first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On part du petit, on ajoute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429000"/>
            <a:ext cx="411480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502152"/>
            <a:ext cx="37856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Desktop-first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Styles de base = desktop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767px) { /* retire pour le petit */ 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480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9E2E"/>
                </a:solidFill>
              </a:rPr>
              <a:t>△ Desktop-first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9E2E"/>
                </a:solidFill>
              </a:rPr>
              <a:t>On part du grand, on enlève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MINI-EXPOSÉ — MOBILE-FIRST VS DESKTOP-FIRST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: partir de la contrainte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1463040"/>
          </a:xfrm>
          <a:prstGeom prst="rect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Mobile-first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Partir du minimum essentiel et ajouter de la complexité au fur et à mesure que l'espace augmente.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3840480" cy="1463040"/>
          </a:xfrm>
          <a:prstGeom prst="rect">
            <a:avLst/>
          </a:prstGeom>
          <a:solidFill>
            <a:srgbClr val="D69E2E">
              <a:alpha val="12000"/>
            </a:srgbClr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9E2E"/>
                </a:solidFill>
              </a:rPr>
              <a:t>Desktop-first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Partir de la version riche et retirer des éléments au fur et à mesure que l'espace diminue.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84048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090672"/>
            <a:ext cx="35112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 { flex-direction: column; } /* mobile */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768px)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.nav { flex-direction: row;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AA7"/>
                </a:solidFill>
              </a:rPr>
              <a:t>On ajoute 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017520"/>
            <a:ext cx="384048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3090672"/>
            <a:ext cx="35112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 { flex-direction: row; } /* desktop */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767px)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.nav { flex-direction: column;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9E2E"/>
                </a:solidFill>
              </a:rPr>
              <a:t>On retire ↑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ACTIVITÉ 2 — 25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Analyser avant de coder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" cy="594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554480"/>
            <a:ext cx="75895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57276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Quels éléments changent entre mobile, tablette et desktop 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502920" cy="594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2359152"/>
            <a:ext cx="75895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377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Combien de breakpoints peux-tu deviner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502920" cy="594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638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3163824"/>
            <a:ext cx="75895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31821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Quelle version a été pensée en premier 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68496"/>
            <a:ext cx="502920" cy="594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684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7280" y="3968496"/>
            <a:ext cx="75895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398678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Quelle propriété CSS est impliquée dans chaque changement 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9AA7"/>
                </a:solidFill>
              </a:rPr>
              <a:t>Travail en tandem → mise en commun en classe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EXERCICE GUIDÉ — 15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Première media query : à toi de jouer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Mission : Une carte en colonne (mobile) → en rangée (desktop)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114800" cy="2560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47672"/>
            <a:ext cx="378561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À ajouter dans ton CSS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???)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.carte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flex-direction: ???;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.carte__image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width: ???;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flex-shrink: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411480" cy="384048"/>
          </a:xfrm>
          <a:prstGeom prst="rect">
            <a:avLst/>
          </a:prstGeom>
          <a:solidFill>
            <a:srgbClr val="E8ECF0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8745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AA7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9019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Créer exercice-mq.html avec le code fourni sur Timdoc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350008"/>
            <a:ext cx="411480" cy="384048"/>
          </a:xfrm>
          <a:prstGeom prst="rect">
            <a:avLst/>
          </a:prstGeom>
          <a:solidFill>
            <a:srgbClr val="E8ECF0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500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AA7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Ajouter le viewport meta tag (sinon rien ne marche)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825496"/>
            <a:ext cx="411480" cy="384048"/>
          </a:xfrm>
          <a:prstGeom prst="rect">
            <a:avLst/>
          </a:prstGeom>
          <a:solidFill>
            <a:srgbClr val="E8ECF0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8254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AA7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8529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Choisir un breakpoint en observant le contenu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300984"/>
            <a:ext cx="411480" cy="384048"/>
          </a:xfrm>
          <a:prstGeom prst="rect">
            <a:avLst/>
          </a:prstGeom>
          <a:solidFill>
            <a:srgbClr val="E8ECF0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3009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AA7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33284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Tester : rétrécir et agrandir la fenêtre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776472"/>
            <a:ext cx="411480" cy="384048"/>
          </a:xfrm>
          <a:prstGeom prst="rect">
            <a:avLst/>
          </a:prstGeom>
          <a:solidFill>
            <a:srgbClr val="E8ECF0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7764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AA7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38039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Vérifier : aucun overflow horizontal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26419">
              <a:alpha val="12000"/>
            </a:srgbClr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9028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</a:rPr>
              <a:t>⚠  Sans &lt;meta name="viewport"&gt; → les media queries ne fonctionnent pas sur mobile.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DÉBUT PÉRIODE 2 — RETOUR COLLECTIF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Qu'est-ce qui a résisté 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868680"/>
          </a:xfrm>
          <a:prstGeom prst="rect">
            <a:avLst/>
          </a:prstGeom>
          <a:solidFill>
            <a:srgbClr val="F26419">
              <a:alpha val="12000"/>
            </a:srgbClr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419"/>
                </a:solidFill>
              </a:rPr>
              <a:t>Le viewport meta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842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name="viewport" content="width=device-width, initial-scale=1.0"&gt;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868680"/>
          </a:xfrm>
          <a:prstGeom prst="rect">
            <a:avLst/>
          </a:prstGeom>
          <a:solidFill>
            <a:srgbClr val="D69E2E">
              <a:alpha val="12000"/>
            </a:srgbClr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E2E"/>
                </a:solidFill>
              </a:rPr>
              <a:t>min-width vs max-width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9008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mobile-first = min-width / desktop-first = max-width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</a:rPr>
              <a:t>flex-shrink: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9959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Sans ça, les éléments flex se compriment même si tu fixes une largeur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ATELIER PROGRESSIF — 60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Trois niveaux — Avance à ton rythme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06040" cy="4572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Niveau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Navigation repliable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Horizontal sur desktop → vertical sur mobile.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Un seul breakpoint.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0604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63040"/>
            <a:ext cx="2606040" cy="4572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🟡 Niveau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Grille de cartes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51460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1 → 2 → 3 colonnes selon l'espace.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Deux breakpoints.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0604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2641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63040"/>
            <a:ext cx="2606040" cy="457200"/>
          </a:xfrm>
          <a:prstGeom prst="rect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Niveau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Composant héros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51460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Réorganisation complète + typo fluide.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Tu écris tout le CSS.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0799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Instructions complètes sur Timdoc  ·  Ce qui n'est pas terminé en classe = devoir pour le cours 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RETOUR COLLECTIF — CONVIVIALITÉ MOBILE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≠ Accessible (mais c'est un début)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Cibles tactiles ≥ 44px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965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Les doigts ne sont pas des curseurs. Un lien de 20px de haut est inutilisable sur mobile.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2356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Texte lisible sans zoom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1965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Corps du texte : 16px minimum. Si l'utilisateur doit zoomer, c'est ton problème.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081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Pas de scroll horizontal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4747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C'est la signature d'un site non responsive. Teste à toutes les tailles.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9718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🔲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23560" y="3081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Espacements adaptés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34747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Les marges et paddings pensés pour desktop sont souvent trop serrés sur mobile.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5371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9AA7"/>
                </a:solidFill>
              </a:rPr>
              <a:t>On approfondit l'accessibilité au cours 11. Aujourd'hui : poser les bases.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SYNTHÈSE — À RETENIR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vous savez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maintenant faire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Choisir un breakpoint en observant le contenu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Écrire une media query avec la bonne syntaxe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62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00837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Appliquer l'approche mobile-first (min-width)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52958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Inclure le viewport meta tag (toujours)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0507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Tester la convivialité mobile de base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560320" cy="3474720"/>
          </a:xfrm>
          <a:prstGeom prst="rect">
            <a:avLst/>
          </a:prstGeom>
          <a:solidFill>
            <a:srgbClr val="0E9AA7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508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</a:rPr>
              <a:t>Cours 9 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Responsive avancé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
• Media queries avancées
• orientation, prefers-color-scheme
• Stratégies de breakpoints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Introduction à Grid
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CSS Grid bidimensionnel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Quand Grid &gt; Flexbox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557784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451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Ajoute un breakpoint quand ton contenu te le demande.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8 — Introduction au responsive</dc:title>
  <dc:subject>PptxGenJS Presentation</dc:subject>
  <dc:creator>Marie-Michelle Ouellet</dc:creator>
  <cp:lastModifiedBy>Marie-Michelle Ouellet</cp:lastModifiedBy>
  <cp:revision>1</cp:revision>
  <dcterms:created xsi:type="dcterms:W3CDTF">2026-03-16T00:38:37Z</dcterms:created>
  <dcterms:modified xsi:type="dcterms:W3CDTF">2026-03-16T00:38:37Z</dcterms:modified>
</cp:coreProperties>
</file>