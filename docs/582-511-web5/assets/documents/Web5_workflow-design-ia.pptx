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 5</a:t>
            </a:r>
            <a:pPr algn="l" indent="0" marL="0">
              <a:buNone/>
            </a:pPr>
            <a:r>
              <a:rPr lang="en-US" sz="1200" spc="300" kern="0" dirty="0">
                <a:solidFill>
                  <a:srgbClr val="6A6A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COURS 3.1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61996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6A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Diverger vite,
</a:t>
            </a:r>
            <a:pPr algn="l" indent="0" marL="0">
              <a:lnSpc>
                <a:spcPts val="5800"/>
              </a:lnSpc>
              <a:buNone/>
            </a:pPr>
            <a:r>
              <a:rPr lang="en-US" sz="5200" b="1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raffiner avec jugement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66928" y="39319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B8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Figma Make, Google Stitch, et le raffinage manuel qui fait la différence.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61996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A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Techniques d'intégration multimédia  ·  Collège Montmorency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 5</a:t>
            </a:r>
            <a:pPr algn="l" indent="0" marL="0">
              <a:buNone/>
            </a:pPr>
            <a:r>
              <a:rPr lang="en-US" sz="1200" spc="300" kern="0" dirty="0">
                <a:solidFill>
                  <a:srgbClr val="6A6A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LA RÈGLE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61996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6A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106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 tu ne peux pas justifier
un choix visuel,
</a:t>
            </a:r>
            <a:pPr algn="l"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 ne le gardes pas tel quel.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66928" y="4709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Même logique que pour le code : l'IA accélère, ton jugement décide.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 5</a:t>
            </a:r>
            <a:pPr algn="l" indent="0" marL="0">
              <a:buNone/>
            </a:pPr>
            <a:r>
              <a:rPr lang="en-US" sz="1200" spc="300" kern="0" dirty="0">
                <a:solidFill>
                  <a:srgbClr val="6A6A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POURQUOI ADAPTER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61996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6A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 vous fondez pas
</a:t>
            </a:r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dans la masse.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657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B8B8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D'autres ont tapé un prompt semblable au vôtre dans Figma Make ou Stitch. Un portfolio repris tel quel leur ressemble.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66928" y="4709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but du portfolio : montrer qui vous êtes et votre talent, pas être la personne avec le portfolio générique.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 5</a:t>
            </a:r>
            <a:pPr algn="l" indent="0" marL="0">
              <a:buNone/>
            </a:pPr>
            <a:r>
              <a:rPr lang="en-US" sz="1200" spc="300" kern="0" dirty="0">
                <a:solidFill>
                  <a:srgbClr val="6A6A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INSPIRATION OU COPIE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61996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6A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test en 3 questions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Avant de garder un écran généré par l'IA, réponds aux trois 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16161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146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2496312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Est-ce que ce choix reflète mon persona, ou juste ce qui est sorti par défaut?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16161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49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600200" y="3730752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 je devais recréer cet écran de mémoire sans l'IA, saurais-je pourquoi chaque élément est là?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16161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9834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00200" y="4965192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Ai-je changé au moins 3 choses substantielles (palette, typo, structure, hiérarchie)?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6080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Sinon : tu retravailles l'écran.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 5</a:t>
            </a:r>
            <a:pPr algn="l" indent="0" marL="0">
              <a:buNone/>
            </a:pPr>
            <a:r>
              <a:rPr lang="en-US" sz="1200" spc="300" kern="0" dirty="0">
                <a:solidFill>
                  <a:srgbClr val="6A6A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JOURNAL DE BORD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61996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6A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Même gabarit que pour le code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600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Rien de nouveau à apprendre : le même réflexe de documentation, appliqué au design.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1064240" cy="3291840"/>
          </a:xfrm>
          <a:prstGeom prst="roundRect">
            <a:avLst>
              <a:gd name="adj" fmla="val 2222"/>
            </a:avLst>
          </a:prstGeom>
          <a:solidFill>
            <a:srgbClr val="161616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651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A6A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JOURNAL.MD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10424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8DD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Généré avec : Figma Make (ou Google Stitch)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8DD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Prompt : [le prompt exact]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8DD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Ce que j'ai modifié : palette recentrée sur mon persona,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8DD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hiérarchie typographique refaite, structure simplifiée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 5</a:t>
            </a:r>
            <a:pPr algn="l" indent="0" marL="0">
              <a:buNone/>
            </a:pPr>
            <a:r>
              <a:rPr lang="en-US" sz="1200" spc="300" kern="0" dirty="0">
                <a:solidFill>
                  <a:srgbClr val="6A6A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WORKFLOW 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61996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6A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  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Depuis Figma Make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7498080" cy="868680"/>
          </a:xfrm>
          <a:prstGeom prst="roundRect">
            <a:avLst>
              <a:gd name="adj" fmla="val 7368"/>
            </a:avLst>
          </a:prstGeom>
          <a:solidFill>
            <a:srgbClr val="16161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7320" y="212140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Naviguer jusqu'à l'écran voulu dans l'aperçu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7498080" cy="868680"/>
          </a:xfrm>
          <a:prstGeom prst="roundRect">
            <a:avLst>
              <a:gd name="adj" fmla="val 7368"/>
            </a:avLst>
          </a:prstGeom>
          <a:solidFill>
            <a:srgbClr val="16161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004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17320" y="317296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Cliquer « Copy design » en haut de Figma Make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7498080" cy="868680"/>
          </a:xfrm>
          <a:prstGeom prst="roundRect">
            <a:avLst>
              <a:gd name="adj" fmla="val 7368"/>
            </a:avLst>
          </a:prstGeom>
          <a:solidFill>
            <a:srgbClr val="16161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2519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17320" y="42245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Coller dans un fichier Figma Design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321040" y="2011680"/>
            <a:ext cx="3291840" cy="3108960"/>
          </a:xfrm>
          <a:prstGeom prst="roundRect">
            <a:avLst>
              <a:gd name="adj" fmla="val 2353"/>
            </a:avLst>
          </a:prstGeom>
          <a:solidFill>
            <a:srgbClr val="161616"/>
          </a:solidFill>
          <a:ln w="19050">
            <a:solidFill>
              <a:srgbClr val="FF2B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95360" y="2651760"/>
            <a:ext cx="2788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C'est un instantané statique. Pas connecté au fichier Make, pas relié à un design system, pas interactif.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point de départ à raffiner, pas un aller-retour synchronisé.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 5</a:t>
            </a:r>
            <a:pPr algn="l" indent="0" marL="0">
              <a:buNone/>
            </a:pPr>
            <a:r>
              <a:rPr lang="en-US" sz="1200" spc="300" kern="0" dirty="0">
                <a:solidFill>
                  <a:srgbClr val="6A6A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WORKFLOW 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61996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6A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 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Depuis Google Stitch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16161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DDB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 ÇA FONCTIONNE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B8B8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Bouton « Copy to Figma » natif dans Stitch.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B8B8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Disponible avec certains modèles seulement (pas avec l'agent le plus avancé, Gemini 3 Pro).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09360" y="201168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161616"/>
          </a:solidFill>
          <a:ln w="19050">
            <a:solidFill>
              <a:srgbClr val="FF2B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240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 ÇA NE FONCTIONNE PAS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265176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B8B8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recrée l'écran à la main, en s'en inspirant visuellement.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B8B8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 la peine de chercher un outil tiers de conversion parfaite : la friction du raffinage manuel, c'est la compétence qu'on vient chercher aujourd'hui.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 5</a:t>
            </a:r>
            <a:pPr algn="l" indent="0" marL="0">
              <a:buNone/>
            </a:pPr>
            <a:r>
              <a:rPr lang="en-US" sz="1200" spc="300" kern="0" dirty="0">
                <a:solidFill>
                  <a:srgbClr val="6A6A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EN AGENCE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61996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6A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vrai changement en agence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16161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A6A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8B8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Brief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8B8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8B8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Premières maquettes en 3-4 jours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8B8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8B8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Révisions client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8B8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8B8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Handoff développeur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35040" y="1965960"/>
            <a:ext cx="5577840" cy="3566160"/>
          </a:xfrm>
          <a:prstGeom prst="roundRect">
            <a:avLst>
              <a:gd name="adj" fmla="val 2051"/>
            </a:avLst>
          </a:prstGeom>
          <a:solidFill>
            <a:srgbClr val="161616"/>
          </a:solidFill>
          <a:ln w="19050">
            <a:solidFill>
              <a:srgbClr val="FF2B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MAINTENANT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274320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Brief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Premier jet IA en quelques minutes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2-3 variantes vues le jour même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Raffinage manuel dans Figma Design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Handoff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 5</a:t>
            </a:r>
            <a:pPr algn="l" indent="0" marL="0">
              <a:buNone/>
            </a:pPr>
            <a:r>
              <a:rPr lang="en-US" sz="1200" spc="300" kern="0" dirty="0">
                <a:solidFill>
                  <a:srgbClr val="6A6A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NUANCE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61996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6A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L'IA accélère le brouillon,
</a:t>
            </a:r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 le jugement.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66928" y="402336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8B8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 workflow accéléré brille pour du volume élevé, complexité modérée : pages d'atterrissage, sites vitrines, gabarits marketing.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8B8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du design de produit complexe, l'IA reste un point de départ : le jugement humain fait le raffinage.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 5</a:t>
            </a:r>
            <a:pPr algn="l" indent="0" marL="0">
              <a:buNone/>
            </a:pPr>
            <a:r>
              <a:rPr lang="en-US" sz="1200" spc="300" kern="0" dirty="0">
                <a:solidFill>
                  <a:srgbClr val="6A6A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AUJOURD'HUI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61996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6A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vous de raffiner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16161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Raffiner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0" y="21031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B8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maquettes mobile et desktop, à partir de vos directions retenues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16161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200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Filtrer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0" y="320040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B8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persona, accessibilité, et maintenant : justifiable et distinctif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16161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297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Assister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00400" y="42976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B8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auto-layout, contenu, images, vectorisation (assistants IA gratuits de Figma)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25780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161616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394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00400" y="539496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B8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chaque changement substantiel dans JOURNAL.md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 5</a:t>
            </a:r>
            <a:pPr algn="l" indent="0" marL="0">
              <a:buNone/>
            </a:pPr>
            <a:r>
              <a:rPr lang="en-US" sz="1200" spc="300" kern="0" dirty="0">
                <a:solidFill>
                  <a:srgbClr val="6A6A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EN ATELIER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61996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6A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Place au
</a:t>
            </a:r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travail.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1064240" cy="2926080"/>
          </a:xfrm>
          <a:prstGeom prst="roundRect">
            <a:avLst>
              <a:gd name="adj" fmla="val 2500"/>
            </a:avLst>
          </a:prstGeom>
          <a:solidFill>
            <a:srgbClr val="161616"/>
          </a:solidFill>
          <a:ln w="19050">
            <a:solidFill>
              <a:srgbClr val="FF2B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2B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LA REMISE FORMATIVE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Groupe d'Enric : 14 septembre     ·     Groupe de Lora : 17 septembre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97764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8B8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Vous montrerez votre processus complet : toutes les versions initiales générées par Figma Make ou Stitch, puis votre fichier Figma retravaillé, en expliquant ce que vous avez adapté.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2026-09-09T02:48:58Z</dcterms:created>
  <dcterms:modified xsi:type="dcterms:W3CDTF">2026-09-09T02:48:58Z</dcterms:modified>
</cp:coreProperties>
</file>