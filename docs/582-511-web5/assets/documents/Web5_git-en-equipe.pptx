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Aujourd'hui, on prend le temps de bien comprendre Git en équipe : on l'avait vu très vite pour la bêta du portfolio. Branches, pull requests, conflits, et une façon commune de nommer vos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 portfolio, vous étiez seuls sur main. À deux, si vous poussez tous les deux sur main, vous vous bloquez mutuellement, et une erreur de l'un casse le projet des deux.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main, c'est la version de l'équipe, celle qui fonctionne. Chacun a sa branche à son prénom. Quand une partie est prête, on la fusionne dans main par une pull request. Et l'historique montre qui a fait quoi : ça sert à votre évaluation individuelle.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Seule exception : la structure commune, créée ensemble au début. Ensuite, plus personne ne code sur main. En bas à gauche de VS Code, le nom de la branche : ce doit être la vôtre.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squelette dans data.json est important : si chacun ajoute ses chapitres à la fin du fichier en même temps, c'est le conflit assuré. Avec le squelette, chacun remplit des lignes différentes.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Vérifiez toujours la direction : base main, compare votre branche. Petites PR, souvent : moins de risque de conflit.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l'étape que tout le monde oublie. Après chaque PR fusionnée, l'autre récupère main dans sa branche. Plus vous le faites souvent, plus les conflits sont petits.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fusionne seul tout ce qu'il peut. Il s'arrête seulement quand les deux branches ont modifié les mêmes lignes du même fichier.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HEAD, c'est votre branche active. Entre les signes égal et les chevrons fermants, la version qui arrive. Il faut choisir, puis effacer tous les marqueurs.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Testez avec Live Server avant de pousser : un conflit réglé à la main peut casser la page, par exemple une virgule de trop dans le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plupart des conflits viennent des fichiers communs. Séparez ce que vous pouvez séparer.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 au portfolio : en français, à l'impératif, précis. La zone au début permet de retrouver le travail de chacun dans l'historique. Corrige dièse 12 : on y reviendra avec les issues GitHub au contrôle de la qualité croisé.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page Git en équipe et l'exercice sont dans le compendium. Je circule.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 9.1 · LE RÉCIT DÉFILANT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</a:t>
            </a:r>
            <a:pPr indent="0" marL="0">
              <a:buNone/>
            </a:pPr>
            <a:r>
              <a:rPr lang="en-US" sz="72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équipe</a:t>
            </a:r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Coder à deux, sans se marcher dessus.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PROBLÈME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deux sur </a:t>
            </a:r>
            <a:pPr indent="0" marL="0">
              <a:buNone/>
            </a:pPr>
            <a:r>
              <a:rPr lang="en-US" sz="4800" b="1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chaque push de l'un peut bloquer l'autre.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branche par personne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9875520" cy="914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103120"/>
            <a:ext cx="731520" cy="1280160"/>
          </a:xfrm>
          <a:prstGeom prst="line">
            <a:avLst/>
          </a:prstGeom>
          <a:noFill/>
          <a:ln w="38100">
            <a:solidFill>
              <a:srgbClr val="FF2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3383280"/>
            <a:ext cx="2560320" cy="914"/>
          </a:xfrm>
          <a:prstGeom prst="line">
            <a:avLst/>
          </a:prstGeom>
          <a:noFill/>
          <a:ln w="38100">
            <a:solidFill>
              <a:srgbClr val="FF2B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120640" y="2103120"/>
            <a:ext cx="731520" cy="1280160"/>
          </a:xfrm>
          <a:prstGeom prst="line">
            <a:avLst/>
          </a:prstGeom>
          <a:noFill/>
          <a:ln w="38100">
            <a:solidFill>
              <a:srgbClr val="FF2B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103120"/>
            <a:ext cx="731520" cy="2377440"/>
          </a:xfrm>
          <a:prstGeom prst="line">
            <a:avLst/>
          </a:prstGeom>
          <a:noFill/>
          <a:ln w="38100">
            <a:solidFill>
              <a:srgbClr val="A8A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4480560"/>
            <a:ext cx="5669280" cy="914"/>
          </a:xfrm>
          <a:prstGeom prst="line">
            <a:avLst/>
          </a:prstGeom>
          <a:noFill/>
          <a:ln w="38100">
            <a:solidFill>
              <a:srgbClr val="A8A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595360" y="2103120"/>
            <a:ext cx="731520" cy="2377440"/>
          </a:xfrm>
          <a:prstGeom prst="line">
            <a:avLst/>
          </a:prstGeom>
          <a:noFill/>
          <a:ln w="38100">
            <a:solidFill>
              <a:srgbClr val="A8A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928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33288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08008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53928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3264408"/>
            <a:ext cx="237744" cy="237744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4488" y="3264408"/>
            <a:ext cx="237744" cy="237744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008" y="3264408"/>
            <a:ext cx="237744" cy="237744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38728" y="4361688"/>
            <a:ext cx="237744" cy="237744"/>
          </a:xfrm>
          <a:prstGeom prst="ellipse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0328" y="4361688"/>
            <a:ext cx="237744" cy="237744"/>
          </a:xfrm>
          <a:prstGeom prst="ellipse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1928" y="4361688"/>
            <a:ext cx="237744" cy="237744"/>
          </a:xfrm>
          <a:prstGeom prst="ellipse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4361688"/>
            <a:ext cx="237744" cy="237744"/>
          </a:xfrm>
          <a:prstGeom prst="ellipse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432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 #1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 #2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Chacun avance sur sa branche. On fusionne dans main quand une partie est prête.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RÈGLE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ne code jamais sur </a:t>
            </a:r>
            <a:pPr indent="0" marL="0">
              <a:buNone/>
            </a:pPr>
            <a:r>
              <a:rPr lang="en-US" sz="4800" b="1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réflexe : un coup d'œil à la branche active avant de coder.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flux, en 5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structure commune, ensemble, sur main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922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fichiers de base, et le squelette de tous les chapitres dans data.json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331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branche chacun, à son prénom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706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zoe, leo, marie-eve : en minuscules, sans accents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246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Travailler et commit sur sa branche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6210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petits commits fréquents, puis push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160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Fusionner dans main par une pull request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5354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PR par partie terminée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Mettre sa branche à jour avec main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54498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 chaque PR fusionnée, et au début de chaque séance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pull request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 JE PROPOSE DE FUSIONNER MA BRANCHE DANS MAIN 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6171A"/>
          </a:solidFill>
          <a:ln w="25400">
            <a:solidFill>
              <a:srgbClr val="FF2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40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base: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3200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  </a:t>
            </a:r>
            <a:pPr indent="0" marL="0">
              <a:buNone/>
            </a:pPr>
            <a:r>
              <a:rPr lang="en-US" sz="3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compare: </a:t>
            </a:r>
            <a:pPr indent="0" marL="0">
              <a:buNone/>
            </a:pPr>
            <a:r>
              <a:rPr lang="en-US" sz="3200" b="1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3611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 de votre branche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9867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Puis, sur github.com : Compare &amp; pull request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4480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titre clair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8554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Ex. « Ch. 3 : parallaxe de la forêt 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39496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L'autre regarde, puis fusionne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572414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 changed, puis Merge pull request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Mettre sa branche à jour avec 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7432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 Code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3474720"/>
            <a:ext cx="280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Git: Fetch, puis Git: Merge… → origin/main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4360" y="173736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8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8680" y="27432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Desktop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78680" y="3474720"/>
            <a:ext cx="280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Branch → Update from main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77200" y="173736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20116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1520" y="27432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51520" y="3474720"/>
            <a:ext cx="280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fetch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merge origin/main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Toujours en étant sur votre branche. Puis push.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CONFLITS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conflit n'est pas une erreur. </a:t>
            </a:r>
            <a:pPr indent="0" marL="0">
              <a:buNone/>
            </a:pPr>
            <a:r>
              <a:rPr lang="en-US" sz="48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C'est Git qui vous demande de choisir.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quoi ça ressemble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6583680" cy="2926080"/>
          </a:xfrm>
          <a:prstGeom prst="roundRect">
            <a:avLst>
              <a:gd name="adj" fmla="val 2500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91640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&lt;h1&gt;La forêt enchantée&lt;/h1&gt;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&lt;h1&gt;Dans la forêt&lt;/h1&gt;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origin/main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80960" y="20116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haut 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votre version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bas 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celle qui arrive de main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régler dans VS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34590" cy="2377440"/>
          </a:xfrm>
          <a:prstGeom prst="roundRect">
            <a:avLst>
              <a:gd name="adj" fmla="val 3077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560320"/>
            <a:ext cx="18859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Accept Current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1885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Garder votre version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86150" y="1554480"/>
            <a:ext cx="2434590" cy="2377440"/>
          </a:xfrm>
          <a:prstGeom prst="roundRect">
            <a:avLst>
              <a:gd name="adj" fmla="val 3077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470" y="18288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60470" y="2560320"/>
            <a:ext cx="18859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Accept Incoming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760470" y="3291840"/>
            <a:ext cx="1885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Garder la version qui arrive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40780" y="1554480"/>
            <a:ext cx="2434590" cy="2377440"/>
          </a:xfrm>
          <a:prstGeom prst="roundRect">
            <a:avLst>
              <a:gd name="adj" fmla="val 3077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8288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15100" y="2560320"/>
            <a:ext cx="18859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Accept Both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15100" y="3291840"/>
            <a:ext cx="1885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Garder les deux, l'une sous l'autre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995410" y="1554480"/>
            <a:ext cx="2434590" cy="2377440"/>
          </a:xfrm>
          <a:prstGeom prst="roundRect">
            <a:avLst>
              <a:gd name="adj" fmla="val 3077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9730" y="18288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69730" y="2560320"/>
            <a:ext cx="18859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la main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9269730" y="3291840"/>
            <a:ext cx="1885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Écrire la bonne version vous-même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 aucun marqueur → enregistrer → + → commit → tester → push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 éviter les conflits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52800" cy="3017520"/>
          </a:xfrm>
          <a:prstGeom prst="roundRect">
            <a:avLst>
              <a:gd name="adj" fmla="val 2424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7432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fichier par zone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3474720"/>
            <a:ext cx="280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css/chapitre-3.css, js/chapitre-3.js pour la personne du chapitre 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4360" y="1737360"/>
            <a:ext cx="3352800" cy="3017520"/>
          </a:xfrm>
          <a:prstGeom prst="roundRect">
            <a:avLst>
              <a:gd name="adj" fmla="val 2424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8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8680" y="27432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Fichiers communs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78680" y="3474720"/>
            <a:ext cx="280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index.html, style.css, data.json : on se prévient avant d'y toucher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77200" y="1737360"/>
            <a:ext cx="3352800" cy="3017520"/>
          </a:xfrm>
          <a:prstGeom prst="roundRect">
            <a:avLst>
              <a:gd name="adj" fmla="val 2424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20116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1520" y="27432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jour, souvent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51520" y="3474720"/>
            <a:ext cx="280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petit conflit aujourd'hui vaut mieux qu'un gros dans deux semaines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 commits, tous pareils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ce qui a changé, à l'impératif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0698480" cy="2743200"/>
          </a:xfrm>
          <a:prstGeom prst="roundRect">
            <a:avLst>
              <a:gd name="adj" fmla="val 2667"/>
            </a:avLst>
          </a:prstGeom>
          <a:solidFill>
            <a:srgbClr val="16171A"/>
          </a:solidFill>
          <a:ln w="12700">
            <a:solidFill>
              <a:srgbClr val="2E30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0604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Ch. 3 : ajoute la parallaxe de la forêt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Média : prépare la spritesheet du loup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Données : remplit les chapitres 3 et 4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 : ajuste la grille de la page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Corrige #12 : le menu mobile ne se ferme pas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Jamais update, fix ou wip.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vous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Exercice en duo : un conflit, exprès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751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min, dans un dépôt d'exercice Classroom 50. Chacun en règle un.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697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Dans votre projet : la structure commune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0723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Ensemble, sur main, avec le squelette de data.json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FF2B47"/>
          </a:solidFill>
          <a:ln w="12700">
            <a:solidFill>
              <a:srgbClr val="FF2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branche chacun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1696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Puis plus personne ne code sur main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2026-10-27T02:02:19Z</dcterms:created>
  <dcterms:modified xsi:type="dcterms:W3CDTF">2026-10-27T02:02:19Z</dcterms:modified>
</cp:coreProperties>
</file>